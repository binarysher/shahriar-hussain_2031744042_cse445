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94620"/>
  </p:normalViewPr>
  <p:slideViewPr>
    <p:cSldViewPr snapToGrid="0">
      <p:cViewPr varScale="1">
        <p:scale>
          <a:sx n="103" d="100"/>
          <a:sy n="103" d="100"/>
        </p:scale>
        <p:origin x="93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6DDFB-886A-8C96-715A-9BD00536CC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D850A5BD-7FBF-818F-49FC-CBAAD2644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0B66001-4500-4855-2E5B-BE478F8F7503}"/>
              </a:ext>
            </a:extLst>
          </p:cNvPr>
          <p:cNvSpPr>
            <a:spLocks noGrp="1"/>
          </p:cNvSpPr>
          <p:nvPr>
            <p:ph type="dt" sz="half" idx="10"/>
          </p:nvPr>
        </p:nvSpPr>
        <p:spPr/>
        <p:txBody>
          <a:bodyPr/>
          <a:lstStyle/>
          <a:p>
            <a:fld id="{0FAD910C-7632-4C71-B7A0-99B7F06061D0}" type="datetimeFigureOut">
              <a:rPr lang="en-CA" smtClean="0"/>
              <a:t>2025-07-15</a:t>
            </a:fld>
            <a:endParaRPr lang="en-CA"/>
          </a:p>
        </p:txBody>
      </p:sp>
      <p:sp>
        <p:nvSpPr>
          <p:cNvPr id="5" name="Footer Placeholder 4">
            <a:extLst>
              <a:ext uri="{FF2B5EF4-FFF2-40B4-BE49-F238E27FC236}">
                <a16:creationId xmlns:a16="http://schemas.microsoft.com/office/drawing/2014/main" id="{1145D124-FF70-AA6A-EA94-77C71731245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992B149-8C95-6BBE-F921-C4D1E9D90243}"/>
              </a:ext>
            </a:extLst>
          </p:cNvPr>
          <p:cNvSpPr>
            <a:spLocks noGrp="1"/>
          </p:cNvSpPr>
          <p:nvPr>
            <p:ph type="sldNum" sz="quarter" idx="12"/>
          </p:nvPr>
        </p:nvSpPr>
        <p:spPr/>
        <p:txBody>
          <a:bodyPr/>
          <a:lstStyle/>
          <a:p>
            <a:fld id="{F0C71671-9761-48CF-B3EB-310479472B1D}" type="slidenum">
              <a:rPr lang="en-CA" smtClean="0"/>
              <a:t>‹#›</a:t>
            </a:fld>
            <a:endParaRPr lang="en-CA"/>
          </a:p>
        </p:txBody>
      </p:sp>
    </p:spTree>
    <p:extLst>
      <p:ext uri="{BB962C8B-B14F-4D97-AF65-F5344CB8AC3E}">
        <p14:creationId xmlns:p14="http://schemas.microsoft.com/office/powerpoint/2010/main" val="930718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7D5DB-A103-5170-E62B-E55DABCE2FE4}"/>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1EA5555-4E0F-1A2E-7CFA-C026623059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0EA8251-A405-F9E8-E9C7-1A6A35229F21}"/>
              </a:ext>
            </a:extLst>
          </p:cNvPr>
          <p:cNvSpPr>
            <a:spLocks noGrp="1"/>
          </p:cNvSpPr>
          <p:nvPr>
            <p:ph type="dt" sz="half" idx="10"/>
          </p:nvPr>
        </p:nvSpPr>
        <p:spPr/>
        <p:txBody>
          <a:bodyPr/>
          <a:lstStyle/>
          <a:p>
            <a:fld id="{0FAD910C-7632-4C71-B7A0-99B7F06061D0}" type="datetimeFigureOut">
              <a:rPr lang="en-CA" smtClean="0"/>
              <a:t>2025-07-15</a:t>
            </a:fld>
            <a:endParaRPr lang="en-CA"/>
          </a:p>
        </p:txBody>
      </p:sp>
      <p:sp>
        <p:nvSpPr>
          <p:cNvPr id="5" name="Footer Placeholder 4">
            <a:extLst>
              <a:ext uri="{FF2B5EF4-FFF2-40B4-BE49-F238E27FC236}">
                <a16:creationId xmlns:a16="http://schemas.microsoft.com/office/drawing/2014/main" id="{D9D07C9C-FF37-1693-4824-D77FB730FC1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FFC14DE-E6CC-47FC-5553-525C70540811}"/>
              </a:ext>
            </a:extLst>
          </p:cNvPr>
          <p:cNvSpPr>
            <a:spLocks noGrp="1"/>
          </p:cNvSpPr>
          <p:nvPr>
            <p:ph type="sldNum" sz="quarter" idx="12"/>
          </p:nvPr>
        </p:nvSpPr>
        <p:spPr/>
        <p:txBody>
          <a:bodyPr/>
          <a:lstStyle/>
          <a:p>
            <a:fld id="{F0C71671-9761-48CF-B3EB-310479472B1D}" type="slidenum">
              <a:rPr lang="en-CA" smtClean="0"/>
              <a:t>‹#›</a:t>
            </a:fld>
            <a:endParaRPr lang="en-CA"/>
          </a:p>
        </p:txBody>
      </p:sp>
    </p:spTree>
    <p:extLst>
      <p:ext uri="{BB962C8B-B14F-4D97-AF65-F5344CB8AC3E}">
        <p14:creationId xmlns:p14="http://schemas.microsoft.com/office/powerpoint/2010/main" val="262239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F6141-1FA2-A483-ABFB-5E57E1F34D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E5EEB259-8EC7-3D76-BCE1-C86505A7A6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2A06F3-07C9-293F-71CF-ADAAE0521C8F}"/>
              </a:ext>
            </a:extLst>
          </p:cNvPr>
          <p:cNvSpPr>
            <a:spLocks noGrp="1"/>
          </p:cNvSpPr>
          <p:nvPr>
            <p:ph type="dt" sz="half" idx="10"/>
          </p:nvPr>
        </p:nvSpPr>
        <p:spPr/>
        <p:txBody>
          <a:bodyPr/>
          <a:lstStyle/>
          <a:p>
            <a:fld id="{0FAD910C-7632-4C71-B7A0-99B7F06061D0}" type="datetimeFigureOut">
              <a:rPr lang="en-CA" smtClean="0"/>
              <a:t>2025-07-15</a:t>
            </a:fld>
            <a:endParaRPr lang="en-CA"/>
          </a:p>
        </p:txBody>
      </p:sp>
      <p:sp>
        <p:nvSpPr>
          <p:cNvPr id="5" name="Footer Placeholder 4">
            <a:extLst>
              <a:ext uri="{FF2B5EF4-FFF2-40B4-BE49-F238E27FC236}">
                <a16:creationId xmlns:a16="http://schemas.microsoft.com/office/drawing/2014/main" id="{DCA56650-AD99-8400-C33B-6428A31A8DA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363247B-AD35-02F7-61C0-90DC07B732A2}"/>
              </a:ext>
            </a:extLst>
          </p:cNvPr>
          <p:cNvSpPr>
            <a:spLocks noGrp="1"/>
          </p:cNvSpPr>
          <p:nvPr>
            <p:ph type="sldNum" sz="quarter" idx="12"/>
          </p:nvPr>
        </p:nvSpPr>
        <p:spPr/>
        <p:txBody>
          <a:bodyPr/>
          <a:lstStyle/>
          <a:p>
            <a:fld id="{F0C71671-9761-48CF-B3EB-310479472B1D}" type="slidenum">
              <a:rPr lang="en-CA" smtClean="0"/>
              <a:t>‹#›</a:t>
            </a:fld>
            <a:endParaRPr lang="en-CA"/>
          </a:p>
        </p:txBody>
      </p:sp>
    </p:spTree>
    <p:extLst>
      <p:ext uri="{BB962C8B-B14F-4D97-AF65-F5344CB8AC3E}">
        <p14:creationId xmlns:p14="http://schemas.microsoft.com/office/powerpoint/2010/main" val="1557006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68D3E-0B54-7B21-12B3-66A9D59C835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105A8AF-4271-7699-5B61-0FA6A511D1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77B124C0-DBDF-9F3D-E127-714DF21EFC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3FC13552-21BF-A794-4537-9B5EEF10CE8F}"/>
              </a:ext>
            </a:extLst>
          </p:cNvPr>
          <p:cNvSpPr>
            <a:spLocks noGrp="1"/>
          </p:cNvSpPr>
          <p:nvPr>
            <p:ph type="dt" sz="half" idx="10"/>
          </p:nvPr>
        </p:nvSpPr>
        <p:spPr/>
        <p:txBody>
          <a:bodyPr/>
          <a:lstStyle/>
          <a:p>
            <a:fld id="{0FAD910C-7632-4C71-B7A0-99B7F06061D0}" type="datetimeFigureOut">
              <a:rPr lang="en-CA" smtClean="0"/>
              <a:t>2025-07-15</a:t>
            </a:fld>
            <a:endParaRPr lang="en-CA"/>
          </a:p>
        </p:txBody>
      </p:sp>
      <p:sp>
        <p:nvSpPr>
          <p:cNvPr id="6" name="Footer Placeholder 5">
            <a:extLst>
              <a:ext uri="{FF2B5EF4-FFF2-40B4-BE49-F238E27FC236}">
                <a16:creationId xmlns:a16="http://schemas.microsoft.com/office/drawing/2014/main" id="{8BBE7C51-48A8-065F-AABE-4AB3A921B29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D929EB5-EE94-21B0-E8FB-A4A80FDBF48D}"/>
              </a:ext>
            </a:extLst>
          </p:cNvPr>
          <p:cNvSpPr>
            <a:spLocks noGrp="1"/>
          </p:cNvSpPr>
          <p:nvPr>
            <p:ph type="sldNum" sz="quarter" idx="12"/>
          </p:nvPr>
        </p:nvSpPr>
        <p:spPr/>
        <p:txBody>
          <a:bodyPr/>
          <a:lstStyle/>
          <a:p>
            <a:fld id="{F0C71671-9761-48CF-B3EB-310479472B1D}" type="slidenum">
              <a:rPr lang="en-CA" smtClean="0"/>
              <a:t>‹#›</a:t>
            </a:fld>
            <a:endParaRPr lang="en-CA"/>
          </a:p>
        </p:txBody>
      </p:sp>
    </p:spTree>
    <p:extLst>
      <p:ext uri="{BB962C8B-B14F-4D97-AF65-F5344CB8AC3E}">
        <p14:creationId xmlns:p14="http://schemas.microsoft.com/office/powerpoint/2010/main" val="75718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BF1A2-D642-6FC9-A83A-65C27C83A970}"/>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DC5CED4-6EC4-D9C5-81E8-3C28F21170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4FADD6-4332-004A-D32E-177326ECBC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254D0B2A-6C4D-F133-B668-1DC1A9E838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007C11-274E-F4CC-1F20-327C65B7E3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14340076-1CC6-0BA0-1168-6CE62152E1F3}"/>
              </a:ext>
            </a:extLst>
          </p:cNvPr>
          <p:cNvSpPr>
            <a:spLocks noGrp="1"/>
          </p:cNvSpPr>
          <p:nvPr>
            <p:ph type="dt" sz="half" idx="10"/>
          </p:nvPr>
        </p:nvSpPr>
        <p:spPr/>
        <p:txBody>
          <a:bodyPr/>
          <a:lstStyle/>
          <a:p>
            <a:fld id="{0FAD910C-7632-4C71-B7A0-99B7F06061D0}" type="datetimeFigureOut">
              <a:rPr lang="en-CA" smtClean="0"/>
              <a:t>2025-07-15</a:t>
            </a:fld>
            <a:endParaRPr lang="en-CA"/>
          </a:p>
        </p:txBody>
      </p:sp>
      <p:sp>
        <p:nvSpPr>
          <p:cNvPr id="8" name="Footer Placeholder 7">
            <a:extLst>
              <a:ext uri="{FF2B5EF4-FFF2-40B4-BE49-F238E27FC236}">
                <a16:creationId xmlns:a16="http://schemas.microsoft.com/office/drawing/2014/main" id="{2A2DD0D8-0F23-C725-309A-8111F88D2B0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93B0BC2-10E8-4889-0E27-0A1F61F624A9}"/>
              </a:ext>
            </a:extLst>
          </p:cNvPr>
          <p:cNvSpPr>
            <a:spLocks noGrp="1"/>
          </p:cNvSpPr>
          <p:nvPr>
            <p:ph type="sldNum" sz="quarter" idx="12"/>
          </p:nvPr>
        </p:nvSpPr>
        <p:spPr/>
        <p:txBody>
          <a:bodyPr/>
          <a:lstStyle/>
          <a:p>
            <a:fld id="{F0C71671-9761-48CF-B3EB-310479472B1D}" type="slidenum">
              <a:rPr lang="en-CA" smtClean="0"/>
              <a:t>‹#›</a:t>
            </a:fld>
            <a:endParaRPr lang="en-CA"/>
          </a:p>
        </p:txBody>
      </p:sp>
    </p:spTree>
    <p:extLst>
      <p:ext uri="{BB962C8B-B14F-4D97-AF65-F5344CB8AC3E}">
        <p14:creationId xmlns:p14="http://schemas.microsoft.com/office/powerpoint/2010/main" val="1124770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9711E-35DF-2876-2180-489A34FD6DC2}"/>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69523A2-F567-FB9A-4E2E-86D27D04170E}"/>
              </a:ext>
            </a:extLst>
          </p:cNvPr>
          <p:cNvSpPr>
            <a:spLocks noGrp="1"/>
          </p:cNvSpPr>
          <p:nvPr>
            <p:ph type="dt" sz="half" idx="10"/>
          </p:nvPr>
        </p:nvSpPr>
        <p:spPr/>
        <p:txBody>
          <a:bodyPr/>
          <a:lstStyle/>
          <a:p>
            <a:fld id="{0FAD910C-7632-4C71-B7A0-99B7F06061D0}" type="datetimeFigureOut">
              <a:rPr lang="en-CA" smtClean="0"/>
              <a:t>2025-07-15</a:t>
            </a:fld>
            <a:endParaRPr lang="en-CA"/>
          </a:p>
        </p:txBody>
      </p:sp>
      <p:sp>
        <p:nvSpPr>
          <p:cNvPr id="4" name="Footer Placeholder 3">
            <a:extLst>
              <a:ext uri="{FF2B5EF4-FFF2-40B4-BE49-F238E27FC236}">
                <a16:creationId xmlns:a16="http://schemas.microsoft.com/office/drawing/2014/main" id="{E86FAE96-F663-3594-6C10-E6108C095E48}"/>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C589FE02-AECF-8EC0-53AF-77286D3F847E}"/>
              </a:ext>
            </a:extLst>
          </p:cNvPr>
          <p:cNvSpPr>
            <a:spLocks noGrp="1"/>
          </p:cNvSpPr>
          <p:nvPr>
            <p:ph type="sldNum" sz="quarter" idx="12"/>
          </p:nvPr>
        </p:nvSpPr>
        <p:spPr/>
        <p:txBody>
          <a:bodyPr/>
          <a:lstStyle/>
          <a:p>
            <a:fld id="{F0C71671-9761-48CF-B3EB-310479472B1D}" type="slidenum">
              <a:rPr lang="en-CA" smtClean="0"/>
              <a:t>‹#›</a:t>
            </a:fld>
            <a:endParaRPr lang="en-CA"/>
          </a:p>
        </p:txBody>
      </p:sp>
    </p:spTree>
    <p:extLst>
      <p:ext uri="{BB962C8B-B14F-4D97-AF65-F5344CB8AC3E}">
        <p14:creationId xmlns:p14="http://schemas.microsoft.com/office/powerpoint/2010/main" val="2111258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60700A-789E-53E9-67DE-B77BAF3316DD}"/>
              </a:ext>
            </a:extLst>
          </p:cNvPr>
          <p:cNvSpPr>
            <a:spLocks noGrp="1"/>
          </p:cNvSpPr>
          <p:nvPr>
            <p:ph type="dt" sz="half" idx="10"/>
          </p:nvPr>
        </p:nvSpPr>
        <p:spPr/>
        <p:txBody>
          <a:bodyPr/>
          <a:lstStyle/>
          <a:p>
            <a:fld id="{0FAD910C-7632-4C71-B7A0-99B7F06061D0}" type="datetimeFigureOut">
              <a:rPr lang="en-CA" smtClean="0"/>
              <a:t>2025-07-15</a:t>
            </a:fld>
            <a:endParaRPr lang="en-CA"/>
          </a:p>
        </p:txBody>
      </p:sp>
      <p:sp>
        <p:nvSpPr>
          <p:cNvPr id="3" name="Footer Placeholder 2">
            <a:extLst>
              <a:ext uri="{FF2B5EF4-FFF2-40B4-BE49-F238E27FC236}">
                <a16:creationId xmlns:a16="http://schemas.microsoft.com/office/drawing/2014/main" id="{D3D0B759-D227-76EA-2DAB-C36199E6D013}"/>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5696BB5A-1952-7CBD-3F49-19279369F91F}"/>
              </a:ext>
            </a:extLst>
          </p:cNvPr>
          <p:cNvSpPr>
            <a:spLocks noGrp="1"/>
          </p:cNvSpPr>
          <p:nvPr>
            <p:ph type="sldNum" sz="quarter" idx="12"/>
          </p:nvPr>
        </p:nvSpPr>
        <p:spPr/>
        <p:txBody>
          <a:bodyPr/>
          <a:lstStyle/>
          <a:p>
            <a:fld id="{F0C71671-9761-48CF-B3EB-310479472B1D}" type="slidenum">
              <a:rPr lang="en-CA" smtClean="0"/>
              <a:t>‹#›</a:t>
            </a:fld>
            <a:endParaRPr lang="en-CA"/>
          </a:p>
        </p:txBody>
      </p:sp>
    </p:spTree>
    <p:extLst>
      <p:ext uri="{BB962C8B-B14F-4D97-AF65-F5344CB8AC3E}">
        <p14:creationId xmlns:p14="http://schemas.microsoft.com/office/powerpoint/2010/main" val="3826578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B7EF3-3218-8349-7909-2409BB88FC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918E3D1-2581-096F-0251-168F08824F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85A7619-4FE1-80C9-AF83-E6CF7F9702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856AAB-65A8-6471-C5C1-BB17C8D707CB}"/>
              </a:ext>
            </a:extLst>
          </p:cNvPr>
          <p:cNvSpPr>
            <a:spLocks noGrp="1"/>
          </p:cNvSpPr>
          <p:nvPr>
            <p:ph type="dt" sz="half" idx="10"/>
          </p:nvPr>
        </p:nvSpPr>
        <p:spPr/>
        <p:txBody>
          <a:bodyPr/>
          <a:lstStyle/>
          <a:p>
            <a:fld id="{0FAD910C-7632-4C71-B7A0-99B7F06061D0}" type="datetimeFigureOut">
              <a:rPr lang="en-CA" smtClean="0"/>
              <a:t>2025-07-15</a:t>
            </a:fld>
            <a:endParaRPr lang="en-CA"/>
          </a:p>
        </p:txBody>
      </p:sp>
      <p:sp>
        <p:nvSpPr>
          <p:cNvPr id="6" name="Footer Placeholder 5">
            <a:extLst>
              <a:ext uri="{FF2B5EF4-FFF2-40B4-BE49-F238E27FC236}">
                <a16:creationId xmlns:a16="http://schemas.microsoft.com/office/drawing/2014/main" id="{397AD988-2FF5-BEC6-C989-4A06997A388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B171D36-CF7F-79AE-074E-015E28E14072}"/>
              </a:ext>
            </a:extLst>
          </p:cNvPr>
          <p:cNvSpPr>
            <a:spLocks noGrp="1"/>
          </p:cNvSpPr>
          <p:nvPr>
            <p:ph type="sldNum" sz="quarter" idx="12"/>
          </p:nvPr>
        </p:nvSpPr>
        <p:spPr/>
        <p:txBody>
          <a:bodyPr/>
          <a:lstStyle/>
          <a:p>
            <a:fld id="{F0C71671-9761-48CF-B3EB-310479472B1D}" type="slidenum">
              <a:rPr lang="en-CA" smtClean="0"/>
              <a:t>‹#›</a:t>
            </a:fld>
            <a:endParaRPr lang="en-CA"/>
          </a:p>
        </p:txBody>
      </p:sp>
    </p:spTree>
    <p:extLst>
      <p:ext uri="{BB962C8B-B14F-4D97-AF65-F5344CB8AC3E}">
        <p14:creationId xmlns:p14="http://schemas.microsoft.com/office/powerpoint/2010/main" val="627341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49BCF-96F5-642E-9427-DD8F7D153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357E1B82-0AA5-9B8C-5CB2-A5FEB7B61C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2EE034F1-F0CB-1434-3E03-9CBD31BB18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7BE843-3DC3-6344-95D1-8C1D801216CA}"/>
              </a:ext>
            </a:extLst>
          </p:cNvPr>
          <p:cNvSpPr>
            <a:spLocks noGrp="1"/>
          </p:cNvSpPr>
          <p:nvPr>
            <p:ph type="dt" sz="half" idx="10"/>
          </p:nvPr>
        </p:nvSpPr>
        <p:spPr/>
        <p:txBody>
          <a:bodyPr/>
          <a:lstStyle/>
          <a:p>
            <a:fld id="{0FAD910C-7632-4C71-B7A0-99B7F06061D0}" type="datetimeFigureOut">
              <a:rPr lang="en-CA" smtClean="0"/>
              <a:t>2025-07-15</a:t>
            </a:fld>
            <a:endParaRPr lang="en-CA"/>
          </a:p>
        </p:txBody>
      </p:sp>
      <p:sp>
        <p:nvSpPr>
          <p:cNvPr id="6" name="Footer Placeholder 5">
            <a:extLst>
              <a:ext uri="{FF2B5EF4-FFF2-40B4-BE49-F238E27FC236}">
                <a16:creationId xmlns:a16="http://schemas.microsoft.com/office/drawing/2014/main" id="{F2CFA4B9-9BD5-256D-2546-7FE9A90D7ED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AB609BBA-395D-295B-EB26-26F947FE317E}"/>
              </a:ext>
            </a:extLst>
          </p:cNvPr>
          <p:cNvSpPr>
            <a:spLocks noGrp="1"/>
          </p:cNvSpPr>
          <p:nvPr>
            <p:ph type="sldNum" sz="quarter" idx="12"/>
          </p:nvPr>
        </p:nvSpPr>
        <p:spPr/>
        <p:txBody>
          <a:bodyPr/>
          <a:lstStyle/>
          <a:p>
            <a:fld id="{F0C71671-9761-48CF-B3EB-310479472B1D}" type="slidenum">
              <a:rPr lang="en-CA" smtClean="0"/>
              <a:t>‹#›</a:t>
            </a:fld>
            <a:endParaRPr lang="en-CA"/>
          </a:p>
        </p:txBody>
      </p:sp>
    </p:spTree>
    <p:extLst>
      <p:ext uri="{BB962C8B-B14F-4D97-AF65-F5344CB8AC3E}">
        <p14:creationId xmlns:p14="http://schemas.microsoft.com/office/powerpoint/2010/main" val="413843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B9C7E-9307-C97B-F6B1-241332D2C77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7467EE3-25CB-ECCA-0A14-8F24C5E062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93176DD-36BB-4ADF-E5FC-C8F687F4C805}"/>
              </a:ext>
            </a:extLst>
          </p:cNvPr>
          <p:cNvSpPr>
            <a:spLocks noGrp="1"/>
          </p:cNvSpPr>
          <p:nvPr>
            <p:ph type="dt" sz="half" idx="10"/>
          </p:nvPr>
        </p:nvSpPr>
        <p:spPr/>
        <p:txBody>
          <a:bodyPr/>
          <a:lstStyle/>
          <a:p>
            <a:fld id="{0FAD910C-7632-4C71-B7A0-99B7F06061D0}" type="datetimeFigureOut">
              <a:rPr lang="en-CA" smtClean="0"/>
              <a:t>2025-07-15</a:t>
            </a:fld>
            <a:endParaRPr lang="en-CA"/>
          </a:p>
        </p:txBody>
      </p:sp>
      <p:sp>
        <p:nvSpPr>
          <p:cNvPr id="5" name="Footer Placeholder 4">
            <a:extLst>
              <a:ext uri="{FF2B5EF4-FFF2-40B4-BE49-F238E27FC236}">
                <a16:creationId xmlns:a16="http://schemas.microsoft.com/office/drawing/2014/main" id="{8049F13A-B192-FD55-FD00-1244AE0E8C5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F362F16-1DED-1444-DE4E-542A2A012623}"/>
              </a:ext>
            </a:extLst>
          </p:cNvPr>
          <p:cNvSpPr>
            <a:spLocks noGrp="1"/>
          </p:cNvSpPr>
          <p:nvPr>
            <p:ph type="sldNum" sz="quarter" idx="12"/>
          </p:nvPr>
        </p:nvSpPr>
        <p:spPr/>
        <p:txBody>
          <a:bodyPr/>
          <a:lstStyle/>
          <a:p>
            <a:fld id="{F0C71671-9761-48CF-B3EB-310479472B1D}" type="slidenum">
              <a:rPr lang="en-CA" smtClean="0"/>
              <a:t>‹#›</a:t>
            </a:fld>
            <a:endParaRPr lang="en-CA"/>
          </a:p>
        </p:txBody>
      </p:sp>
    </p:spTree>
    <p:extLst>
      <p:ext uri="{BB962C8B-B14F-4D97-AF65-F5344CB8AC3E}">
        <p14:creationId xmlns:p14="http://schemas.microsoft.com/office/powerpoint/2010/main" val="2619975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E197E7-9885-EFE9-0848-431637F3D6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9E17B08-0E6E-7C6E-7A04-B27543D3EB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2BCD4ED-22E8-7417-1015-D6F54806D174}"/>
              </a:ext>
            </a:extLst>
          </p:cNvPr>
          <p:cNvSpPr>
            <a:spLocks noGrp="1"/>
          </p:cNvSpPr>
          <p:nvPr>
            <p:ph type="dt" sz="half" idx="10"/>
          </p:nvPr>
        </p:nvSpPr>
        <p:spPr/>
        <p:txBody>
          <a:bodyPr/>
          <a:lstStyle/>
          <a:p>
            <a:fld id="{0FAD910C-7632-4C71-B7A0-99B7F06061D0}" type="datetimeFigureOut">
              <a:rPr lang="en-CA" smtClean="0"/>
              <a:t>2025-07-15</a:t>
            </a:fld>
            <a:endParaRPr lang="en-CA"/>
          </a:p>
        </p:txBody>
      </p:sp>
      <p:sp>
        <p:nvSpPr>
          <p:cNvPr id="5" name="Footer Placeholder 4">
            <a:extLst>
              <a:ext uri="{FF2B5EF4-FFF2-40B4-BE49-F238E27FC236}">
                <a16:creationId xmlns:a16="http://schemas.microsoft.com/office/drawing/2014/main" id="{61F2589D-906A-2D17-6475-048217E505F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C07757C-C1E0-9F41-D945-08FE10D0C3C2}"/>
              </a:ext>
            </a:extLst>
          </p:cNvPr>
          <p:cNvSpPr>
            <a:spLocks noGrp="1"/>
          </p:cNvSpPr>
          <p:nvPr>
            <p:ph type="sldNum" sz="quarter" idx="12"/>
          </p:nvPr>
        </p:nvSpPr>
        <p:spPr/>
        <p:txBody>
          <a:bodyPr/>
          <a:lstStyle/>
          <a:p>
            <a:fld id="{F0C71671-9761-48CF-B3EB-310479472B1D}" type="slidenum">
              <a:rPr lang="en-CA" smtClean="0"/>
              <a:t>‹#›</a:t>
            </a:fld>
            <a:endParaRPr lang="en-CA"/>
          </a:p>
        </p:txBody>
      </p:sp>
    </p:spTree>
    <p:extLst>
      <p:ext uri="{BB962C8B-B14F-4D97-AF65-F5344CB8AC3E}">
        <p14:creationId xmlns:p14="http://schemas.microsoft.com/office/powerpoint/2010/main" val="3055196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D2A66-BC4B-6AF4-3933-F6F02DE6B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4F1059E-E820-0CAB-4C2A-C700E0352A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7AF2917-2211-19F2-4224-D4659C8867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AD910C-7632-4C71-B7A0-99B7F06061D0}" type="datetimeFigureOut">
              <a:rPr lang="en-CA" smtClean="0"/>
              <a:t>2025-07-15</a:t>
            </a:fld>
            <a:endParaRPr lang="en-CA"/>
          </a:p>
        </p:txBody>
      </p:sp>
      <p:sp>
        <p:nvSpPr>
          <p:cNvPr id="5" name="Footer Placeholder 4">
            <a:extLst>
              <a:ext uri="{FF2B5EF4-FFF2-40B4-BE49-F238E27FC236}">
                <a16:creationId xmlns:a16="http://schemas.microsoft.com/office/drawing/2014/main" id="{79CFD5BD-3428-BE2E-0A1A-B43540DBDA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BAED387E-E280-D243-8F03-00ED88E41A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C71671-9761-48CF-B3EB-310479472B1D}" type="slidenum">
              <a:rPr lang="en-CA" smtClean="0"/>
              <a:t>‹#›</a:t>
            </a:fld>
            <a:endParaRPr lang="en-CA"/>
          </a:p>
        </p:txBody>
      </p:sp>
    </p:spTree>
    <p:extLst>
      <p:ext uri="{BB962C8B-B14F-4D97-AF65-F5344CB8AC3E}">
        <p14:creationId xmlns:p14="http://schemas.microsoft.com/office/powerpoint/2010/main" val="1043520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24D49-2079-6446-B90E-777C331DE8D0}"/>
              </a:ext>
            </a:extLst>
          </p:cNvPr>
          <p:cNvSpPr>
            <a:spLocks noGrp="1"/>
          </p:cNvSpPr>
          <p:nvPr>
            <p:ph type="ctrTitle"/>
          </p:nvPr>
        </p:nvSpPr>
        <p:spPr/>
        <p:txBody>
          <a:bodyPr/>
          <a:lstStyle/>
          <a:p>
            <a:r>
              <a:rPr lang="en-CA" dirty="0"/>
              <a:t>What is a constitution</a:t>
            </a:r>
          </a:p>
        </p:txBody>
      </p:sp>
      <p:sp>
        <p:nvSpPr>
          <p:cNvPr id="3" name="Subtitle 2">
            <a:extLst>
              <a:ext uri="{FF2B5EF4-FFF2-40B4-BE49-F238E27FC236}">
                <a16:creationId xmlns:a16="http://schemas.microsoft.com/office/drawing/2014/main" id="{91BD6670-7D0B-D9B6-350A-FC22F61F7874}"/>
              </a:ext>
            </a:extLst>
          </p:cNvPr>
          <p:cNvSpPr>
            <a:spLocks noGrp="1"/>
          </p:cNvSpPr>
          <p:nvPr>
            <p:ph type="subTitle" idx="1"/>
          </p:nvPr>
        </p:nvSpPr>
        <p:spPr/>
        <p:txBody>
          <a:bodyPr/>
          <a:lstStyle/>
          <a:p>
            <a:r>
              <a:rPr lang="en-CA" dirty="0"/>
              <a:t>A constitution is the body of fundamental laws, rules and practices that define the basic structure of the government, allocates power among governmental institutions  and regulates the relationships  between citizens and the state</a:t>
            </a:r>
          </a:p>
        </p:txBody>
      </p:sp>
    </p:spTree>
    <p:extLst>
      <p:ext uri="{BB962C8B-B14F-4D97-AF65-F5344CB8AC3E}">
        <p14:creationId xmlns:p14="http://schemas.microsoft.com/office/powerpoint/2010/main" val="3774072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ADC7D-1D73-8F0B-75D0-14E9FADD1D72}"/>
              </a:ext>
            </a:extLst>
          </p:cNvPr>
          <p:cNvSpPr>
            <a:spLocks noGrp="1"/>
          </p:cNvSpPr>
          <p:nvPr>
            <p:ph type="title"/>
          </p:nvPr>
        </p:nvSpPr>
        <p:spPr/>
        <p:txBody>
          <a:bodyPr/>
          <a:lstStyle/>
          <a:p>
            <a:r>
              <a:rPr lang="en-CA" dirty="0"/>
              <a:t>Functions of constitution</a:t>
            </a:r>
          </a:p>
        </p:txBody>
      </p:sp>
      <p:sp>
        <p:nvSpPr>
          <p:cNvPr id="3" name="Content Placeholder 2">
            <a:extLst>
              <a:ext uri="{FF2B5EF4-FFF2-40B4-BE49-F238E27FC236}">
                <a16:creationId xmlns:a16="http://schemas.microsoft.com/office/drawing/2014/main" id="{897A906E-1B6C-A624-05A3-6B703A78B90C}"/>
              </a:ext>
            </a:extLst>
          </p:cNvPr>
          <p:cNvSpPr>
            <a:spLocks noGrp="1"/>
          </p:cNvSpPr>
          <p:nvPr>
            <p:ph idx="1"/>
          </p:nvPr>
        </p:nvSpPr>
        <p:spPr/>
        <p:txBody>
          <a:bodyPr>
            <a:normAutofit fontScale="92500" lnSpcReduction="10000"/>
          </a:bodyPr>
          <a:lstStyle/>
          <a:p>
            <a:pPr marL="0" indent="0">
              <a:buNone/>
            </a:pPr>
            <a:r>
              <a:rPr lang="en-CA" dirty="0"/>
              <a:t>1. To define the functions of major institutions of government</a:t>
            </a:r>
          </a:p>
          <a:p>
            <a:pPr lvl="1"/>
            <a:r>
              <a:rPr lang="en-CA" dirty="0"/>
              <a:t>The Constitution typically identifies principal offices and institutions of the  state</a:t>
            </a:r>
          </a:p>
          <a:p>
            <a:pPr lvl="1"/>
            <a:r>
              <a:rPr lang="en-CA" dirty="0"/>
              <a:t>Specifies who is eligible to hold office and indicates how office holders are to be selected- for example, by election  or appointment and for what terms.</a:t>
            </a:r>
          </a:p>
          <a:p>
            <a:r>
              <a:rPr lang="en-CA" dirty="0"/>
              <a:t>2. To divide power and responsibilities  among various institutions of the government</a:t>
            </a:r>
          </a:p>
          <a:p>
            <a:r>
              <a:rPr lang="en-CA" dirty="0"/>
              <a:t>3. To regulate  relations  between the citizens and the state: </a:t>
            </a:r>
          </a:p>
          <a:p>
            <a:pPr lvl="1"/>
            <a:r>
              <a:rPr lang="en-CA" dirty="0"/>
              <a:t>ex. bill of rights or fundamental rights.</a:t>
            </a:r>
          </a:p>
          <a:p>
            <a:r>
              <a:rPr lang="en-CA" dirty="0"/>
              <a:t>4. To serve as a political symbol</a:t>
            </a:r>
          </a:p>
          <a:p>
            <a:pPr lvl="1"/>
            <a:r>
              <a:rPr lang="en-CA" dirty="0"/>
              <a:t>Ex. the preamble of the constitution  pays tribute  to past generations</a:t>
            </a:r>
          </a:p>
          <a:p>
            <a:r>
              <a:rPr lang="en-CA" dirty="0"/>
              <a:t>5. To specify a method  for amending the constitution</a:t>
            </a:r>
          </a:p>
          <a:p>
            <a:endParaRPr lang="en-CA" dirty="0"/>
          </a:p>
          <a:p>
            <a:endParaRPr lang="en-CA" dirty="0"/>
          </a:p>
        </p:txBody>
      </p:sp>
    </p:spTree>
    <p:extLst>
      <p:ext uri="{BB962C8B-B14F-4D97-AF65-F5344CB8AC3E}">
        <p14:creationId xmlns:p14="http://schemas.microsoft.com/office/powerpoint/2010/main" val="4200309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CB970-254E-0290-71FD-73CAC7AFF898}"/>
              </a:ext>
            </a:extLst>
          </p:cNvPr>
          <p:cNvSpPr>
            <a:spLocks noGrp="1"/>
          </p:cNvSpPr>
          <p:nvPr>
            <p:ph type="title"/>
          </p:nvPr>
        </p:nvSpPr>
        <p:spPr/>
        <p:txBody>
          <a:bodyPr/>
          <a:lstStyle/>
          <a:p>
            <a:r>
              <a:rPr lang="en-CA" dirty="0"/>
              <a:t>Types of constitution</a:t>
            </a:r>
          </a:p>
        </p:txBody>
      </p:sp>
      <p:sp>
        <p:nvSpPr>
          <p:cNvPr id="3" name="Content Placeholder 2">
            <a:extLst>
              <a:ext uri="{FF2B5EF4-FFF2-40B4-BE49-F238E27FC236}">
                <a16:creationId xmlns:a16="http://schemas.microsoft.com/office/drawing/2014/main" id="{D3AC3CD5-1CCB-0ED1-4592-672AED73536F}"/>
              </a:ext>
            </a:extLst>
          </p:cNvPr>
          <p:cNvSpPr>
            <a:spLocks noGrp="1"/>
          </p:cNvSpPr>
          <p:nvPr>
            <p:ph idx="1"/>
          </p:nvPr>
        </p:nvSpPr>
        <p:spPr/>
        <p:txBody>
          <a:bodyPr/>
          <a:lstStyle/>
          <a:p>
            <a:r>
              <a:rPr lang="en-CA" dirty="0"/>
              <a:t>1. Written Constitution: A constitution whose fundamental  provisions  are listed  to a single document  or set of documents </a:t>
            </a:r>
          </a:p>
          <a:p>
            <a:r>
              <a:rPr lang="en-CA" dirty="0"/>
              <a:t>Examples: Bangladesh Constitution, India’s constitution, US constitution etc.</a:t>
            </a:r>
          </a:p>
          <a:p>
            <a:r>
              <a:rPr lang="en-CA" dirty="0"/>
              <a:t>2.  Unwritten Constitution: A constitution whose subject matter is dispersed across a variety of  statutes, court decisions and unwritten political practices known as constitutional  conventions</a:t>
            </a:r>
          </a:p>
        </p:txBody>
      </p:sp>
    </p:spTree>
    <p:extLst>
      <p:ext uri="{BB962C8B-B14F-4D97-AF65-F5344CB8AC3E}">
        <p14:creationId xmlns:p14="http://schemas.microsoft.com/office/powerpoint/2010/main" val="1947038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DAAB6-A326-C7ED-4874-4717C85767D6}"/>
              </a:ext>
            </a:extLst>
          </p:cNvPr>
          <p:cNvSpPr>
            <a:spLocks noGrp="1"/>
          </p:cNvSpPr>
          <p:nvPr>
            <p:ph type="title"/>
          </p:nvPr>
        </p:nvSpPr>
        <p:spPr/>
        <p:txBody>
          <a:bodyPr/>
          <a:lstStyle/>
          <a:p>
            <a:r>
              <a:rPr lang="en-CA" dirty="0"/>
              <a:t>Essential Features of a Good Constitution</a:t>
            </a:r>
          </a:p>
        </p:txBody>
      </p:sp>
      <p:sp>
        <p:nvSpPr>
          <p:cNvPr id="3" name="Content Placeholder 2">
            <a:extLst>
              <a:ext uri="{FF2B5EF4-FFF2-40B4-BE49-F238E27FC236}">
                <a16:creationId xmlns:a16="http://schemas.microsoft.com/office/drawing/2014/main" id="{204C9E12-5151-C3AD-9CB6-CF69980A856F}"/>
              </a:ext>
            </a:extLst>
          </p:cNvPr>
          <p:cNvSpPr>
            <a:spLocks noGrp="1"/>
          </p:cNvSpPr>
          <p:nvPr>
            <p:ph idx="1"/>
          </p:nvPr>
        </p:nvSpPr>
        <p:spPr/>
        <p:txBody>
          <a:bodyPr>
            <a:normAutofit fontScale="92500" lnSpcReduction="10000"/>
          </a:bodyPr>
          <a:lstStyle/>
          <a:p>
            <a:r>
              <a:rPr lang="en-CA" dirty="0"/>
              <a:t>1. Clarity and Definiteness: The constitution should be written in a simple language so that every clause can express its meaning clearly</a:t>
            </a:r>
          </a:p>
          <a:p>
            <a:r>
              <a:rPr lang="en-CA" dirty="0"/>
              <a:t>Brevity: The constitution should not be lengthy. It should contain only important things</a:t>
            </a:r>
          </a:p>
          <a:p>
            <a:r>
              <a:rPr lang="en-CA" dirty="0"/>
              <a:t>Comprehensive: It should encompass both  national and provincial jurisdictions</a:t>
            </a:r>
          </a:p>
          <a:p>
            <a:r>
              <a:rPr lang="en-CA" dirty="0"/>
              <a:t>It should  include the rights and duties of the government and citizens</a:t>
            </a:r>
          </a:p>
          <a:p>
            <a:r>
              <a:rPr lang="en-CA" dirty="0"/>
              <a:t>Flexibility: It should not be rigid but flexible to amendment</a:t>
            </a:r>
          </a:p>
          <a:p>
            <a:r>
              <a:rPr lang="en-CA" dirty="0"/>
              <a:t>Declaration of Rights</a:t>
            </a:r>
          </a:p>
          <a:p>
            <a:r>
              <a:rPr lang="en-CA" dirty="0"/>
              <a:t>Independence of Judiciary </a:t>
            </a:r>
          </a:p>
        </p:txBody>
      </p:sp>
    </p:spTree>
    <p:extLst>
      <p:ext uri="{BB962C8B-B14F-4D97-AF65-F5344CB8AC3E}">
        <p14:creationId xmlns:p14="http://schemas.microsoft.com/office/powerpoint/2010/main" val="3004931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8116B-9F75-AD03-358C-F151A4F10768}"/>
              </a:ext>
            </a:extLst>
          </p:cNvPr>
          <p:cNvSpPr>
            <a:spLocks noGrp="1"/>
          </p:cNvSpPr>
          <p:nvPr>
            <p:ph type="title"/>
          </p:nvPr>
        </p:nvSpPr>
        <p:spPr/>
        <p:txBody>
          <a:bodyPr/>
          <a:lstStyle/>
          <a:p>
            <a:r>
              <a:rPr lang="en-CA" dirty="0"/>
              <a:t>Features of a Good Constitution</a:t>
            </a:r>
          </a:p>
        </p:txBody>
      </p:sp>
      <p:sp>
        <p:nvSpPr>
          <p:cNvPr id="3" name="Content Placeholder 2">
            <a:extLst>
              <a:ext uri="{FF2B5EF4-FFF2-40B4-BE49-F238E27FC236}">
                <a16:creationId xmlns:a16="http://schemas.microsoft.com/office/drawing/2014/main" id="{5244857B-6724-2555-2436-78400EE31496}"/>
              </a:ext>
            </a:extLst>
          </p:cNvPr>
          <p:cNvSpPr>
            <a:spLocks noGrp="1"/>
          </p:cNvSpPr>
          <p:nvPr>
            <p:ph idx="1"/>
          </p:nvPr>
        </p:nvSpPr>
        <p:spPr/>
        <p:txBody>
          <a:bodyPr/>
          <a:lstStyle/>
          <a:p>
            <a:r>
              <a:rPr lang="en-CA" dirty="0"/>
              <a:t>Fundamental principles of the state policy should be specified</a:t>
            </a:r>
          </a:p>
        </p:txBody>
      </p:sp>
    </p:spTree>
    <p:extLst>
      <p:ext uri="{BB962C8B-B14F-4D97-AF65-F5344CB8AC3E}">
        <p14:creationId xmlns:p14="http://schemas.microsoft.com/office/powerpoint/2010/main" val="8603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5534A-2D49-8CFD-7B73-01387F6CFA41}"/>
              </a:ext>
            </a:extLst>
          </p:cNvPr>
          <p:cNvSpPr>
            <a:spLocks noGrp="1"/>
          </p:cNvSpPr>
          <p:nvPr>
            <p:ph type="title"/>
          </p:nvPr>
        </p:nvSpPr>
        <p:spPr/>
        <p:txBody>
          <a:bodyPr/>
          <a:lstStyle/>
          <a:p>
            <a:r>
              <a:rPr lang="en-CA" dirty="0"/>
              <a:t>Origins of the  Constitution</a:t>
            </a:r>
          </a:p>
        </p:txBody>
      </p:sp>
      <p:sp>
        <p:nvSpPr>
          <p:cNvPr id="3" name="Content Placeholder 2">
            <a:extLst>
              <a:ext uri="{FF2B5EF4-FFF2-40B4-BE49-F238E27FC236}">
                <a16:creationId xmlns:a16="http://schemas.microsoft.com/office/drawing/2014/main" id="{AB4479EF-9BC3-081A-5F92-05996034D03B}"/>
              </a:ext>
            </a:extLst>
          </p:cNvPr>
          <p:cNvSpPr>
            <a:spLocks noGrp="1"/>
          </p:cNvSpPr>
          <p:nvPr>
            <p:ph idx="1"/>
          </p:nvPr>
        </p:nvSpPr>
        <p:spPr/>
        <p:txBody>
          <a:bodyPr/>
          <a:lstStyle/>
          <a:p>
            <a:r>
              <a:rPr lang="en-CA" dirty="0"/>
              <a:t>Revolution: The American revolution, 1774, the French revolution 1789, the Bangladesh revolution, 1971</a:t>
            </a:r>
          </a:p>
          <a:p>
            <a:r>
              <a:rPr lang="en-CA" dirty="0"/>
              <a:t>Decolonization</a:t>
            </a:r>
          </a:p>
          <a:p>
            <a:r>
              <a:rPr lang="en-CA" dirty="0"/>
              <a:t>Aftermath of war</a:t>
            </a:r>
          </a:p>
          <a:p>
            <a:r>
              <a:rPr lang="en-CA" dirty="0"/>
              <a:t>State secession: Bangladesh</a:t>
            </a:r>
          </a:p>
          <a:p>
            <a:endParaRPr lang="en-CA" dirty="0"/>
          </a:p>
          <a:p>
            <a:endParaRPr lang="en-CA" dirty="0"/>
          </a:p>
        </p:txBody>
      </p:sp>
    </p:spTree>
    <p:extLst>
      <p:ext uri="{BB962C8B-B14F-4D97-AF65-F5344CB8AC3E}">
        <p14:creationId xmlns:p14="http://schemas.microsoft.com/office/powerpoint/2010/main" val="984029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31C9B-39F5-41FE-389C-7833C658C3D7}"/>
              </a:ext>
            </a:extLst>
          </p:cNvPr>
          <p:cNvSpPr>
            <a:spLocks noGrp="1"/>
          </p:cNvSpPr>
          <p:nvPr>
            <p:ph type="title"/>
          </p:nvPr>
        </p:nvSpPr>
        <p:spPr/>
        <p:txBody>
          <a:bodyPr/>
          <a:lstStyle/>
          <a:p>
            <a:r>
              <a:rPr lang="en-CA" dirty="0"/>
              <a:t>How to amend a Constitution?</a:t>
            </a:r>
          </a:p>
        </p:txBody>
      </p:sp>
      <p:sp>
        <p:nvSpPr>
          <p:cNvPr id="3" name="Content Placeholder 2">
            <a:extLst>
              <a:ext uri="{FF2B5EF4-FFF2-40B4-BE49-F238E27FC236}">
                <a16:creationId xmlns:a16="http://schemas.microsoft.com/office/drawing/2014/main" id="{F16C18A2-3766-4171-7396-868E7BE56995}"/>
              </a:ext>
            </a:extLst>
          </p:cNvPr>
          <p:cNvSpPr>
            <a:spLocks noGrp="1"/>
          </p:cNvSpPr>
          <p:nvPr>
            <p:ph idx="1"/>
          </p:nvPr>
        </p:nvSpPr>
        <p:spPr/>
        <p:txBody>
          <a:bodyPr/>
          <a:lstStyle/>
          <a:p>
            <a:r>
              <a:rPr lang="en-CA" dirty="0"/>
              <a:t>Two ways:</a:t>
            </a:r>
          </a:p>
          <a:p>
            <a:r>
              <a:rPr lang="en-CA" dirty="0"/>
              <a:t>Rigid way: Extraordinary majority or  a two-third majority needed to amend the constitution</a:t>
            </a:r>
          </a:p>
          <a:p>
            <a:pPr lvl="1"/>
            <a:r>
              <a:rPr lang="en-CA" dirty="0"/>
              <a:t>Example: Bangladesh</a:t>
            </a:r>
          </a:p>
          <a:p>
            <a:r>
              <a:rPr lang="en-CA" dirty="0"/>
              <a:t>Flexible way: Simple majority or like an ordinary law of the country</a:t>
            </a:r>
          </a:p>
          <a:p>
            <a:pPr lvl="1"/>
            <a:r>
              <a:rPr lang="en-CA" dirty="0"/>
              <a:t>Example: UK</a:t>
            </a:r>
          </a:p>
        </p:txBody>
      </p:sp>
    </p:spTree>
    <p:extLst>
      <p:ext uri="{BB962C8B-B14F-4D97-AF65-F5344CB8AC3E}">
        <p14:creationId xmlns:p14="http://schemas.microsoft.com/office/powerpoint/2010/main" val="2477747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389</Words>
  <Application>Microsoft Macintosh PowerPoint</Application>
  <PresentationFormat>Widescreen</PresentationFormat>
  <Paragraphs>37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What is a constitution</vt:lpstr>
      <vt:lpstr>Functions of constitution</vt:lpstr>
      <vt:lpstr>Types of constitution</vt:lpstr>
      <vt:lpstr>Essential Features of a Good Constitution</vt:lpstr>
      <vt:lpstr>Features of a Good Constitution</vt:lpstr>
      <vt:lpstr>Origins of the  Constitution</vt:lpstr>
      <vt:lpstr>How to amend a Constitution?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constitution</dc:title>
  <dc:creator>Zaglul Haider</dc:creator>
  <cp:lastModifiedBy>Farah Chowdhury</cp:lastModifiedBy>
  <cp:revision>2</cp:revision>
  <dcterms:created xsi:type="dcterms:W3CDTF">2025-07-13T16:31:13Z</dcterms:created>
  <dcterms:modified xsi:type="dcterms:W3CDTF">2025-07-15T08:40:59Z</dcterms:modified>
</cp:coreProperties>
</file>